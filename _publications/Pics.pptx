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86"/>
    <p:restoredTop sz="94690"/>
  </p:normalViewPr>
  <p:slideViewPr>
    <p:cSldViewPr snapToGrid="0">
      <p:cViewPr varScale="1">
        <p:scale>
          <a:sx n="400" d="100"/>
          <a:sy n="400" d="100"/>
        </p:scale>
        <p:origin x="3240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" y="149648"/>
            <a:ext cx="777240" cy="318347"/>
          </a:xfrm>
        </p:spPr>
        <p:txBody>
          <a:bodyPr anchor="b"/>
          <a:lstStyle>
            <a:lvl1pPr algn="ctr"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480272"/>
            <a:ext cx="685800" cy="220768"/>
          </a:xfrm>
        </p:spPr>
        <p:txBody>
          <a:bodyPr/>
          <a:lstStyle>
            <a:lvl1pPr marL="0" indent="0" algn="ctr">
              <a:buNone/>
              <a:defRPr sz="240"/>
            </a:lvl1pPr>
            <a:lvl2pPr marL="45720" indent="0" algn="ctr">
              <a:buNone/>
              <a:defRPr sz="200"/>
            </a:lvl2pPr>
            <a:lvl3pPr marL="91440" indent="0" algn="ctr">
              <a:buNone/>
              <a:defRPr sz="180"/>
            </a:lvl3pPr>
            <a:lvl4pPr marL="137160" indent="0" algn="ctr">
              <a:buNone/>
              <a:defRPr sz="160"/>
            </a:lvl4pPr>
            <a:lvl5pPr marL="182880" indent="0" algn="ctr">
              <a:buNone/>
              <a:defRPr sz="160"/>
            </a:lvl5pPr>
            <a:lvl6pPr marL="228600" indent="0" algn="ctr">
              <a:buNone/>
              <a:defRPr sz="160"/>
            </a:lvl6pPr>
            <a:lvl7pPr marL="274320" indent="0" algn="ctr">
              <a:buNone/>
              <a:defRPr sz="160"/>
            </a:lvl7pPr>
            <a:lvl8pPr marL="320040" indent="0" algn="ctr">
              <a:buNone/>
              <a:defRPr sz="160"/>
            </a:lvl8pPr>
            <a:lvl9pPr marL="365760" indent="0" algn="ctr">
              <a:buNone/>
              <a:defRPr sz="1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3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8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" y="227965"/>
            <a:ext cx="788670" cy="380365"/>
          </a:xfrm>
        </p:spPr>
        <p:txBody>
          <a:bodyPr anchor="b"/>
          <a:lstStyle>
            <a:lvl1pPr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" y="611929"/>
            <a:ext cx="788670" cy="200025"/>
          </a:xfrm>
        </p:spPr>
        <p:txBody>
          <a:bodyPr/>
          <a:lstStyle>
            <a:lvl1pPr marL="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1pPr>
            <a:lvl2pPr marL="45720" indent="0">
              <a:buNone/>
              <a:defRPr sz="200">
                <a:solidFill>
                  <a:schemeClr val="tx1">
                    <a:tint val="82000"/>
                  </a:schemeClr>
                </a:solidFill>
              </a:defRPr>
            </a:lvl2pPr>
            <a:lvl3pPr marL="91440" indent="0">
              <a:buNone/>
              <a:defRPr sz="180">
                <a:solidFill>
                  <a:schemeClr val="tx1">
                    <a:tint val="82000"/>
                  </a:schemeClr>
                </a:solidFill>
              </a:defRPr>
            </a:lvl3pPr>
            <a:lvl4pPr marL="13716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4pPr>
            <a:lvl5pPr marL="18288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5pPr>
            <a:lvl6pPr marL="22860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6pPr>
            <a:lvl7pPr marL="27432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7pPr>
            <a:lvl8pPr marL="32004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8pPr>
            <a:lvl9pPr marL="365760" indent="0">
              <a:buNone/>
              <a:defRPr sz="1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7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0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48683"/>
            <a:ext cx="78867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" y="224155"/>
            <a:ext cx="386834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" y="334010"/>
            <a:ext cx="386834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" y="224155"/>
            <a:ext cx="388739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" y="334010"/>
            <a:ext cx="388739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8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1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1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" y="131657"/>
            <a:ext cx="462915" cy="649817"/>
          </a:xfrm>
        </p:spPr>
        <p:txBody>
          <a:bodyPr/>
          <a:lstStyle>
            <a:lvl1pPr>
              <a:defRPr sz="320"/>
            </a:lvl1pPr>
            <a:lvl2pPr>
              <a:defRPr sz="280"/>
            </a:lvl2pPr>
            <a:lvl3pPr>
              <a:defRPr sz="24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4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" y="131657"/>
            <a:ext cx="462915" cy="649817"/>
          </a:xfrm>
        </p:spPr>
        <p:txBody>
          <a:bodyPr anchor="t"/>
          <a:lstStyle>
            <a:lvl1pPr marL="0" indent="0">
              <a:buNone/>
              <a:defRPr sz="320"/>
            </a:lvl1pPr>
            <a:lvl2pPr marL="45720" indent="0">
              <a:buNone/>
              <a:defRPr sz="280"/>
            </a:lvl2pPr>
            <a:lvl3pPr marL="91440" indent="0">
              <a:buNone/>
              <a:defRPr sz="240"/>
            </a:lvl3pPr>
            <a:lvl4pPr marL="137160" indent="0">
              <a:buNone/>
              <a:defRPr sz="200"/>
            </a:lvl4pPr>
            <a:lvl5pPr marL="182880" indent="0">
              <a:buNone/>
              <a:defRPr sz="200"/>
            </a:lvl5pPr>
            <a:lvl6pPr marL="228600" indent="0">
              <a:buNone/>
              <a:defRPr sz="200"/>
            </a:lvl6pPr>
            <a:lvl7pPr marL="274320" indent="0">
              <a:buNone/>
              <a:defRPr sz="200"/>
            </a:lvl7pPr>
            <a:lvl8pPr marL="320040" indent="0">
              <a:buNone/>
              <a:defRPr sz="200"/>
            </a:lvl8pPr>
            <a:lvl9pPr marL="365760" indent="0">
              <a:buNone/>
              <a:defRPr sz="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67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" y="48683"/>
            <a:ext cx="197168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" y="48683"/>
            <a:ext cx="580073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" y="48683"/>
            <a:ext cx="78867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" y="243417"/>
            <a:ext cx="78867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0A761-7386-E74A-ABE1-B7561DA197CC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" y="847514"/>
            <a:ext cx="30861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A82DA-FAD5-9041-8490-19DB947B1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0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" rtl="0" eaLnBrk="1" latinLnBrk="0" hangingPunct="1">
        <a:lnSpc>
          <a:spcPct val="90000"/>
        </a:lnSpc>
        <a:spcBef>
          <a:spcPct val="0"/>
        </a:spcBef>
        <a:buNone/>
        <a:defRPr sz="4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" indent="-22860" algn="l" defTabSz="9144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28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102D75D-9B24-EA71-ACB6-7660AFF7DCD8}"/>
              </a:ext>
            </a:extLst>
          </p:cNvPr>
          <p:cNvGrpSpPr/>
          <p:nvPr/>
        </p:nvGrpSpPr>
        <p:grpSpPr>
          <a:xfrm>
            <a:off x="0" y="0"/>
            <a:ext cx="914400" cy="914400"/>
            <a:chOff x="0" y="0"/>
            <a:chExt cx="914400" cy="914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9865E8F-4D90-BBCF-0D77-2485C8418377}"/>
                </a:ext>
              </a:extLst>
            </p:cNvPr>
            <p:cNvSpPr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739E00-2742-2C0A-CDE3-F5307E205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" y="282321"/>
              <a:ext cx="777240" cy="3497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8142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haowen zhou</dc:creator>
  <cp:lastModifiedBy>haowen zhou</cp:lastModifiedBy>
  <cp:revision>1</cp:revision>
  <dcterms:created xsi:type="dcterms:W3CDTF">2026-06-10T04:53:26Z</dcterms:created>
  <dcterms:modified xsi:type="dcterms:W3CDTF">2026-06-10T04:57:31Z</dcterms:modified>
</cp:coreProperties>
</file>